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1"/>
    <p:sldId id="257" r:id="rId102"/>
    <p:sldId id="258" r:id="rId103"/>
    <p:sldId id="259" r:id="rId104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4572000" cy="1143000"/>
          </a:xfrm>
        </p:spPr>
        <p:txBody>
          <a:bodyPr wrap="none">
            <a:noAutofit/>
          </a:bodyPr>
          <a:lstStyle/>
          <a:p>
            <a:r>
              <a:rPr lang="en-GB" sz="2000"/>
              <a:t>Prompt</a:t>
            </a:r>
          </a:p>
          <a:p>
            <a:r>
              <a:rPr lang="en-GB" sz="2000"/>
              <a:t>Prompt</a:t>
            </a:r>
          </a:p>
          <a:p>
            <a:r>
              <a:rPr lang="en-GB" sz="2000"/>
              <a:t>Prompt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9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S10"/>
          <p:cNvSpPr/>
          <p:nvPr/>
        </p:nvSpPr>
        <p:spPr>
          <a:xfrm>
            <a:off x="800000" y="800000"/>
            <a:ext cx="3000000" cy="12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GB" sz="4000">
                <a:solidFill>
                  <a:srgbClr val="1F3864"/>
                </a:solidFill>
                <a:effectLst>
                  <a:glow rad="127000">
                    <a:srgbClr val="FF0000">
                      <a:alpha val="60000"/>
                    </a:srgbClr>
                  </a:glow>
                </a:effectLst>
              </a:rPr>
              <a:t>Glowing</a:t>
            </a:r>
          </a:p>
        </p:txBody>
      </p:sp>
      <p:sp>
        <p:nvSpPr>
          <p:cNvPr id="11" name="S11"/>
          <p:cNvSpPr/>
          <p:nvPr/>
        </p:nvSpPr>
        <p:spPr>
          <a:xfrm>
            <a:off x="4800000" y="800000"/>
            <a:ext cx="3000000" cy="12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r>
              <a:rPr lang="en-GB" sz="2000">
                <a:effectLst>
                  <a:glow rad="63500">
                    <a:srgbClr val="00B050"/>
                  </a:glow>
                </a:effectLst>
              </a:rPr>
              <a:t>Small glow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 wrap="none"/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prstGeom prst="roundRect">
            <a:avLst/>
          </a:prstGeom>
        </p:spPr>
        <p:txBody>
          <a:bodyPr wrap="none"/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be">
  <a:themeElements>
    <a:clrScheme name="prob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be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rob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