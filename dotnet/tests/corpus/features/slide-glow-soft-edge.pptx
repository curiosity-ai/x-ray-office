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  <p:sldId id="259" r:id="rId10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4572000" cy="1143000"/>
          </a:xfrm>
        </p:spPr>
        <p:txBody>
          <a:bodyPr wrap="none">
            <a:noAutofit/>
          </a:bodyPr>
          <a:lstStyle/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S10"/>
          <p:cNvSpPr/>
          <p:nvPr/>
        </p:nvSpPr>
        <p:spPr>
          <a:xfrm>
            <a:off x="800000" y="800000"/>
            <a:ext cx="2000000" cy="1200000"/>
          </a:xfrm>
          <a:prstGeom prst="rect">
            <a:avLst/>
          </a:prstGeom>
          <a:solidFill>
            <a:srgbClr val="4472C4"/>
          </a:solidFill>
          <a:effectLst>
            <a:glow rad="228600">
              <a:srgbClr val="FF0000">
                <a:alpha val="60000"/>
              </a:srgbClr>
            </a:glow>
          </a:effectLst>
        </p:spPr>
        <p:txBody>
          <a:bodyPr/>
          <a:lstStyle/>
          <a:p>
            <a:r>
              <a:rPr lang="en-GB" sz="2000"/>
              <a:t>Glow text</a:t>
            </a:r>
          </a:p>
        </p:txBody>
      </p:sp>
      <p:sp>
        <p:nvSpPr>
          <p:cNvPr id="11" name="S11"/>
          <p:cNvSpPr/>
          <p:nvPr/>
        </p:nvSpPr>
        <p:spPr>
          <a:xfrm>
            <a:off x="4500000" y="800000"/>
            <a:ext cx="2000000" cy="1200000"/>
          </a:xfrm>
          <a:prstGeom prst="rect">
            <a:avLst/>
          </a:prstGeom>
          <a:solidFill>
            <a:srgbClr val="4472C4"/>
          </a:solidFill>
          <a:effectLst>
            <a:softEdge rad="254000"/>
          </a:effectLst>
        </p:spPr>
        <p:txBody>
          <a:bodyPr/>
          <a:lstStyle/>
          <a:p>
            <a:r>
              <a:rPr lang="en-GB" sz="2000"/>
              <a:t>Soft text</a:t>
            </a:r>
          </a:p>
        </p:txBody>
      </p:sp>
      <p:sp>
        <p:nvSpPr>
          <p:cNvPr id="12" name="S12"/>
          <p:cNvSpPr/>
          <p:nvPr/>
        </p:nvSpPr>
        <p:spPr>
          <a:xfrm>
            <a:off x="800000" y="3200000"/>
            <a:ext cx="2000000" cy="1200000"/>
          </a:xfrm>
          <a:prstGeom prst="rect">
            <a:avLst/>
          </a:prstGeom>
          <a:solidFill>
            <a:srgbClr val="4472C4"/>
          </a:solidFill>
          <a:effectLst>
            <a:glow rad="101600">
              <a:schemeClr val="accent2"/>
            </a:glo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</p:spPr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