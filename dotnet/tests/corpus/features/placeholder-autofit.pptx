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1"/>
    <p:sldId id="257" r:id="rId102"/>
    <p:sldId id="258" r:id="rId10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4572000" cy="1143000"/>
          </a:xfrm>
        </p:spPr>
        <p:txBody>
          <a:bodyPr wrap="square">
            <a:normAutofit/>
          </a:bodyPr>
          <a:lstStyle/>
          <a:p>
            <a:r>
              <a:rPr lang="en-GB" sz="2000"/>
              <a:t>Prompt</a:t>
            </a:r>
          </a:p>
          <a:p>
            <a:r>
              <a:rPr lang="en-GB" sz="2000"/>
              <a:t>Prompt</a:t>
            </a:r>
          </a:p>
          <a:p>
            <a:r>
              <a:rPr lang="en-GB" sz="2000"/>
              <a:t>Prompt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be">
  <a:themeElements>
    <a:clrScheme name="prob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e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rob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