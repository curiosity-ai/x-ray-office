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1"/>
    <p:sldId id="257" r:id="rId102"/>
    <p:sldId id="258" r:id="rId103"/>
    <p:sldId id="259" r:id="rId104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4572000" cy="1143000"/>
          </a:xfrm>
        </p:spPr>
        <p:txBody>
          <a:bodyPr wrap="none">
            <a:noAutofit/>
          </a:bodyPr>
          <a:lstStyle/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000" u="sng">
                <a:solidFill>
                  <a:srgbClr val="FF0000"/>
                </a:solidFill>
              </a:rPr>
              <a:t>Plain</a:t>
            </a:r>
          </a:p>
          <a:p>
            <a:r>
              <a:rPr lang="en-GB" sz="2000" u="sng">
                <a:solidFill>
                  <a:srgbClr val="FF0000"/>
                </a:solidFill>
                <a:uFill>
                  <a:solidFill>
                    <a:srgbClr val="00B050"/>
                  </a:solidFill>
                </a:uFill>
              </a:rPr>
              <a:t>Rgbfill</a:t>
            </a:r>
          </a:p>
          <a:p>
            <a:r>
              <a:rPr lang="en-GB" sz="2000" u="sng">
                <a:solidFill>
                  <a:srgbClr val="FF0000"/>
                </a:solidFill>
                <a:uFill>
                  <a:solidFill>
                    <a:schemeClr val="accent2"/>
                  </a:solidFill>
                </a:uFill>
              </a:rPr>
              <a:t>Themefill</a:t>
            </a:r>
          </a:p>
          <a:p>
            <a:r>
              <a:rPr lang="en-GB" sz="2000" u="sng">
                <a:solidFill>
                  <a:srgbClr val="FF0000"/>
                </a:solidFill>
                <a:uFillTx/>
              </a:rPr>
              <a:t>Followtext</a:t>
            </a:r>
          </a:p>
          <a:p>
            <a:r>
              <a:rPr lang="en-GB" sz="2000" u="sng">
                <a:solidFill>
                  <a:srgbClr val="FF0000"/>
                </a:solidFill>
                <a:uLn w="12700">
                  <a:solidFill>
                    <a:srgbClr val="0000FF"/>
                  </a:solidFill>
                </a:uLn>
              </a:rPr>
              <a:t>Lineonly</a:t>
            </a:r>
          </a:p>
          <a:p>
            <a:r>
              <a:rPr lang="en-GB" sz="2000" u="sng">
                <a:solidFill>
                  <a:srgbClr val="FF0000"/>
                </a:solidFill>
                <a:uFill>
                  <a:solidFill>
                    <a:srgbClr val="00B050">
                      <a:lumMod val="50000"/>
                    </a:srgbClr>
                  </a:solidFill>
                </a:uFill>
              </a:rPr>
              <a:t>Rgbmod</a:t>
            </a:r>
          </a:p>
          <a:p>
            <a:r>
              <a:rPr lang="en-GB" sz="2000" u="sng">
                <a:solidFill>
                  <a:srgbClr val="FF0000"/>
                </a:solidFill>
                <a:uFill>
                  <a:solidFill>
                    <a:prstClr val="blue"/>
                  </a:solidFill>
                </a:uFill>
              </a:rPr>
              <a:t>Preset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 wrap="non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prstGeom prst="roundRect">
            <a:avLst/>
          </a:prstGeom>
        </p:spPr>
        <p:txBody>
          <a:bodyPr wrap="non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e">
  <a:themeElements>
    <a:clrScheme name="prob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e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rob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