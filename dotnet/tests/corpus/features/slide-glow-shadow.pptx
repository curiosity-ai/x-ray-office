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S10"/>
          <p:cNvSpPr/>
          <p:nvPr/>
        </p:nvSpPr>
        <p:spPr>
          <a:xfrm>
            <a:off x="800000" y="800000"/>
            <a:ext cx="2000000" cy="1200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glow rad="228600">
              <a:srgbClr val="FF0000">
                <a:alpha val="60000"/>
              </a:srgbClr>
            </a:glow>
            <a:outerShdw dist="254000" dir="2700000" algn="tl" rotWithShape="0">
              <a:srgbClr val="000000">
                <a:alpha val="50000"/>
              </a:srgbClr>
            </a:outerShdw>
          </a:effectLst>
        </p:spPr>
      </p:sp>
      <p:sp>
        <p:nvSpPr>
          <p:cNvPr id="11" name="S11"/>
          <p:cNvSpPr/>
          <p:nvPr/>
        </p:nvSpPr>
        <p:spPr>
          <a:xfrm>
            <a:off x="4500000" y="800000"/>
            <a:ext cx="2000000" cy="1200000"/>
          </a:xfrm>
          <a:prstGeom prst="rect">
            <a:avLst/>
          </a:prstGeom>
          <a:noFill/>
          <a:ln w="76200">
            <a:solidFill>
              <a:srgbClr val="203864"/>
            </a:solidFill>
          </a:ln>
          <a:effectLst>
            <a:glow rad="228600">
              <a:srgbClr val="FF0000">
                <a:alpha val="60000"/>
              </a:srgbClr>
            </a:glow>
          </a:effectLst>
        </p:spPr>
      </p:sp>
      <p:pic>
        <p:nvPicPr>
          <p:cNvPr id="12" name="P12"/>
          <p:cNvPicPr/>
          <p:nvPr/>
        </p:nvPicPr>
        <p:blipFill>
          <a:blip r:embed="rId9"/>
          <a:stretch>
            <a:fillRect/>
          </a:stretch>
        </p:blipFill>
        <p:spPr>
          <a:xfrm>
            <a:off x="800000" y="3200000"/>
            <a:ext cx="2000000" cy="1200000"/>
          </a:xfrm>
          <a:prstGeom prst="rect">
            <a:avLst/>
          </a:prstGeom>
          <a:effectLst>
            <a:glow rad="228600">
              <a:srgbClr val="FF0000">
                <a:alpha val="60000"/>
              </a:srgbClr>
            </a:glow>
          </a:effectLst>
        </p:spPr>
      </p:pic>
      <p:pic>
        <p:nvPicPr>
          <p:cNvPr id="13" name="P13"/>
          <p:cNvPicPr/>
          <p:nvPr/>
        </p:nvPicPr>
        <p:blipFill>
          <a:blip r:embed="rId9"/>
          <a:stretch>
            <a:fillRect/>
          </a:stretch>
        </p:blipFill>
        <p:spPr>
          <a:xfrm>
            <a:off x="4500000" y="3200000"/>
            <a:ext cx="2000000" cy="1200000"/>
          </a:xfrm>
          <a:prstGeom prst="rect">
            <a:avLst/>
          </a:prstGeom>
          <a:effectLst>
            <a:glow rad="228600">
              <a:srgbClr val="FF0000">
                <a:alpha val="60000"/>
              </a:srgbClr>
            </a:glow>
            <a:outerShdw dist="254000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