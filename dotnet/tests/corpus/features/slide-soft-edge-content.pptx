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10"/>
          <p:cNvSpPr/>
          <p:nvPr/>
        </p:nvSpPr>
        <p:spPr>
          <a:xfrm>
            <a:off x="800000" y="800000"/>
            <a:ext cx="2000000" cy="1200000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7030A0"/>
              </a:gs>
            </a:gsLst>
            <a:lin ang="0" scaled="0"/>
          </a:gradFill>
          <a:ln>
            <a:noFill/>
          </a:ln>
          <a:effectLst>
            <a:softEdge rad="254000"/>
          </a:effectLst>
        </p:spPr>
      </p:sp>
      <p:sp>
        <p:nvSpPr>
          <p:cNvPr id="11" name="S11"/>
          <p:cNvSpPr/>
          <p:nvPr/>
        </p:nvSpPr>
        <p:spPr>
          <a:xfrm>
            <a:off x="4500000" y="800000"/>
            <a:ext cx="2000000" cy="1200000"/>
          </a:xfrm>
          <a:prstGeom prst="rect">
            <a:avLst/>
          </a:prstGeom>
          <a:solidFill>
            <a:srgbClr val="4472C4"/>
          </a:solidFill>
          <a:ln w="76200">
            <a:solidFill>
              <a:srgbClr val="203864"/>
            </a:solidFill>
          </a:ln>
          <a:effectLst>
            <a:softEdge rad="254000"/>
          </a:effectLst>
        </p:spPr>
      </p:sp>
      <p:pic>
        <p:nvPicPr>
          <p:cNvPr id="12" name="P12"/>
          <p:cNvPicPr/>
          <p:nvPr/>
        </p:nvPicPr>
        <p:blipFill>
          <a:blip r:embed="rId9"/>
          <a:stretch>
            <a:fillRect/>
          </a:stretch>
        </p:blipFill>
        <p:spPr>
          <a:xfrm>
            <a:off x="800000" y="3200000"/>
            <a:ext cx="2000000" cy="1200000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13" name="S13"/>
          <p:cNvSpPr/>
          <p:nvPr/>
        </p:nvSpPr>
        <p:spPr>
          <a:xfrm>
            <a:off x="4500000" y="3200000"/>
            <a:ext cx="2000000" cy="120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softEdge rad="254000"/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